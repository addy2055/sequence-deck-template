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ample deck" id="{7c2c1d37-eb8d-eee5-9e16-49d82854a250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deck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34</c:v>
                </c:pt>
                <c:pt idx="2">
                  <c:v>23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B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layout. Type over the two placeholders; the styling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layout. Cards are composed over the body area in scheme colours.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screenshot layout: picture placeholder left, commentary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layout. Native PowerPoint chart — the data behind it stays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SEQUENCE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210312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Presentation title</a:t>
            </a:r>
            <a:endParaRPr lang="en-US" sz="5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Subtitle, audience and date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651760" y="2286000"/>
            <a:ext cx="8778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gen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67665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Agenda items</a:t>
            </a: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Body copy, or compose cards and shapes over this area</a:t>
            </a: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ntent two colum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530352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Left column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55080" y="1554480"/>
            <a:ext cx="528523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Right column</a:t>
            </a: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roduct screensho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508760"/>
            <a:ext cx="786384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Insert product screenshot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778240" y="1508760"/>
            <a:ext cx="2862072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the viewer should notice</a:t>
            </a:r>
            <a:endParaRPr lang="en-US" sz="14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 Workflow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Comparis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Dat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54480"/>
            <a:ext cx="740664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Chart or table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321040" y="1554480"/>
            <a:ext cx="331927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the data shows</a:t>
            </a:r>
            <a:endParaRPr lang="en-US" sz="14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336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Sequence presentation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9692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Closing statement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Next steps and contact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1031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Sequence</a:t>
            </a:r>
            <a:endParaRPr lang="en-US" sz="5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 reusable 16:9 template — ten layouts, one theme, everything editable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kinds of slide carry most decks</a:t>
            </a:r>
            <a:endParaRPr lang="en-US" sz="3600" dirty="0"/>
          </a:p>
        </p:txBody>
      </p:sp>
      <p:sp>
        <p:nvSpPr>
          <p:cNvPr id="3" name="card-01"/>
          <p:cNvSpPr/>
          <p:nvPr/>
        </p:nvSpPr>
        <p:spPr>
          <a:xfrm>
            <a:off x="548640" y="2194560"/>
            <a:ext cx="3566160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ken-01"/>
          <p:cNvSpPr/>
          <p:nvPr/>
        </p:nvSpPr>
        <p:spPr>
          <a:xfrm>
            <a:off x="868680" y="25146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Argue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claim in the title, evidence underneath. The title is the message, not a label.</a:t>
            </a:r>
            <a:endParaRPr lang="en-US" sz="1400" dirty="0"/>
          </a:p>
        </p:txBody>
      </p:sp>
      <p:sp>
        <p:nvSpPr>
          <p:cNvPr id="8" name="card-02"/>
          <p:cNvSpPr/>
          <p:nvPr/>
        </p:nvSpPr>
        <p:spPr>
          <a:xfrm>
            <a:off x="4306824" y="2194560"/>
            <a:ext cx="3566160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ken-02"/>
          <p:cNvSpPr/>
          <p:nvPr/>
        </p:nvSpPr>
        <p:spPr>
          <a:xfrm>
            <a:off x="4626864" y="25146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Show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520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chart, table or screenshot with commentary beside it.</a:t>
            </a:r>
            <a:endParaRPr lang="en-US" sz="1400" dirty="0"/>
          </a:p>
        </p:txBody>
      </p:sp>
      <p:sp>
        <p:nvSpPr>
          <p:cNvPr id="13" name="card-03"/>
          <p:cNvSpPr/>
          <p:nvPr/>
        </p:nvSpPr>
        <p:spPr>
          <a:xfrm>
            <a:off x="8065008" y="2194560"/>
            <a:ext cx="3566160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ken-03"/>
          <p:cNvSpPr/>
          <p:nvPr/>
        </p:nvSpPr>
        <p:spPr>
          <a:xfrm>
            <a:off x="8385048" y="25146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5048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85048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Turn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3520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divider that resets attention and tells the room where it is.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schedule view at month end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tretch>
            <a:fillRect/>
          </a:stretch>
        </p:blipFill>
        <p:spPr>
          <a:xfrm>
            <a:off x="548640" y="1508760"/>
            <a:ext cx="7863840" cy="364845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778240" y="1508760"/>
            <a:ext cx="28620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61F"/>
                </a:solidFill>
              </a:rPr>
              <a:t>What to notice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Status is a pill, not a column of words, so the exceptions are findable at a glance.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Amounts use tabular figures so the column scans vertically.</a:t>
            </a:r>
            <a:endParaRPr lang="en-US" sz="14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8FA3B0"/>
                </a:solidFill>
              </a:rPr>
              <a:t>Interface shown is a demo mock for this template.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Close effort falls as layouts take over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>
            <p:ph idx="101" type="body" hasCustomPrompt="1"/>
          </p:nvPr>
        </p:nvGraphicFramePr>
        <p:xfrm>
          <a:off x="548640" y="155448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/>
          <p:nvPr>
            <p:ph idx="102" type="body" hasCustomPrompt="1"/>
          </p:nvPr>
        </p:nvSpPr>
        <p:spPr>
          <a:xfrm>
            <a:off x="8321040" y="1554480"/>
            <a:ext cx="331927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1161F"/>
                </a:solidFill>
              </a:rPr>
              <a:t>What this shows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Effort per deck drops as formatting moves out of the slide and into the layout.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fall is steepest once chart and table styling is standardised.</a:t>
            </a:r>
            <a:endParaRPr lang="en-US" sz="14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8FA3B0"/>
                </a:solidFill>
              </a:rPr>
              <a:t>Illustrative data for this template.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Everything here stays editable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Text, shapes, tables and charts are native PowerPoint objects. Change the theme and the whole deck follows.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quence">
  <a:themeElements>
    <a:clrScheme name="Sequence">
      <a:dk1>
        <a:srgbClr val="11161F"/>
      </a:dk1>
      <a:lt1>
        <a:srgbClr val="FFFFFF"/>
      </a:lt1>
      <a:dk2>
        <a:srgbClr val="1E2A38"/>
      </a:dk2>
      <a:lt2>
        <a:srgbClr val="F3F6F8"/>
      </a:lt2>
      <a:accent1>
        <a:srgbClr val="0E7C7B"/>
      </a:accent1>
      <a:accent2>
        <a:srgbClr val="E39B3C"/>
      </a:accent2>
      <a:accent3>
        <a:srgbClr val="3F5C6B"/>
      </a:accent3>
      <a:accent4>
        <a:srgbClr val="8FA3B0"/>
      </a:accent4>
      <a:accent5>
        <a:srgbClr val="0A5F5E"/>
      </a:accent5>
      <a:accent6>
        <a:srgbClr val="B4472E"/>
      </a:accent6>
      <a:hlink>
        <a:srgbClr val="0E7C7B"/>
      </a:hlink>
      <a:folHlink>
        <a:srgbClr val="3F5C6B"/>
      </a:folHlink>
    </a:clrScheme>
    <a:fontScheme name="Sequ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Sequence presentation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template</dc:title>
  <dc:subject>PptxGenJS Presentation</dc:subject>
  <dc:creator>Adarsh Subham</dc:creator>
  <cp:lastModifiedBy>Adarsh Subham</cp:lastModifiedBy>
  <cp:revision>1</cp:revision>
  <dcterms:created xsi:type="dcterms:W3CDTF">2026-10-05T16:45:15Z</dcterms:created>
  <dcterms:modified xsi:type="dcterms:W3CDTF">2026-10-05T16:45:15Z</dcterms:modified>
</cp:coreProperties>
</file>